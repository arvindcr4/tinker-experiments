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  <a:r>
              <a:t>Reinforcement Learning for LLMs with Tinker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Training Language Models with Human Feedback</a:t>
            </a:r>
            <a:br/>
            <a:br/>
            <a:r>
              <a:t>PES LLM Research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What is Tinker?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Cloud-based RL training platform for LLMs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Supports LoRA fine-tuning with reinforcement learning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Provides pre-built recipes: Math RL, Preference Learning, Distillation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No GPU required locally - training runs in the cloud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API-based access with Python SDK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Training Methods Explored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Supervised Fine-Tuning (SFT): Train on human-written examples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Reinforcement Learning (RL): Learn from reward signals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Preference Learning: Learn from pairwise comparisons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Distillation: Transfer knowledge from teacher to student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DPO: Direct Preference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Experiments Run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Recipe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Key Result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Math 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Arithmetic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Llama-3.2-1B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0.67 → 1.0 reward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Chat SL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Conversation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Llama-3.2-1B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NLL decreasing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Shorter responses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Qwen-0.6B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Learning conciseness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Distillation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Reasoning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Llama-3.2-1B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KL minimization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GSM8K 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Word problems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Llama-3.2-1B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Multi-step reasoning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Math RL: Arithmetic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Task: Train model to add two-digit numbers correctly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Starting accuracy: 69.5% | Final accuracy: 100%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Reward improved: 0.676 → 1.0 in ~20 steps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Training time: ~2 minutes total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Key insight: RL quickly masters simple arithmetic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Running Math RL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8595360" cy="484632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FF00"/>
                </a:solidFill>
                <a:latin typeface="Courier New"/>
              </a:defRPr>
            </a:pPr>
            <a:r>
              <a:t>python -m tinker_cookbook.recipes.math_rl.train \</a:t>
            </a:r>
            <a:br/>
            <a:r>
              <a:t>    model_name="meta-llama/Llama-3.2-1B" \</a:t>
            </a:r>
            <a:br/>
            <a:r>
              <a:t>    env=arithmetic \</a:t>
            </a:r>
            <a:br/>
            <a:r>
              <a:t>    group_size=4 \</a:t>
            </a:r>
            <a:br/>
            <a:r>
              <a:t>    groups_per_batch=100 \</a:t>
            </a:r>
            <a:br/>
            <a:r>
              <a:t>    learning_rate=1e-4</a:t>
            </a:r>
            <a:br/>
            <a:br/>
            <a:r>
              <a:t># Output:</a:t>
            </a:r>
            <a:br/>
            <a:r>
              <a:t># Step 0:  reward=0.676, correct=69.5%</a:t>
            </a:r>
            <a:br/>
            <a:r>
              <a:t># Step 10: reward=0.998, correct=99.8%</a:t>
            </a:r>
            <a:br/>
            <a:r>
              <a:t># Step 20: reward=1.000, correct=100%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Preference Learning: Shorter Responses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Goal: Train model to generate concise responses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Method: Pairwise comparison - shorter response wins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Reward structure: win_minus_loss + format penalty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Observation: Model learns to end responses properly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Trade-off: Balancing brevity with informativeness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Knowledge Distillation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Off-Policy: Train on pre-collected teacher traces (SFT)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On-Policy: Student generates, minimizes KL to teacher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Dataset: OpenThoughts3 (1.2M reasoning traces)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Metric: Teacher KL divergence decreases over training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Benefit: Smaller student learns from larger teacher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API Key authentication with Tinker cloud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LoRA adapters for efficient fine-tuning (rank 32-128)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Batch sampling with configurable group sizes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Metrics logged to JSONL files and optional W&amp;B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Checkpoint saving for resumable training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Jupyter Notebooks Created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01_math_rl_arithmetic.ipynb - Basic RL training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02_chat_sl_sft.ipynb - Supervised fine-tuning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03_preference_shorter.ipynb - Preference learning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04_distillation_off_policy.ipynb - SFT distillation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05_distillation_on_policy.ipynb - KL distillation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06_math_rl_gsm8k.ipynb - Word problem solving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Simple tasks (arithmetic): RL achieves 100% quickly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Complex tasks (GSM8K): Requires more training, larger models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Preference learning: Effective for stylistic control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Distillation: Efficient transfer from teacher models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Cloud training: Accessible without local GPU resources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Code generation with sandbox execution (DeepCoder)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Multi-agent RL training (games, debates)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RLHF with human preference data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Scaling to larger models (8B, 32B parameters)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Custom reward functions for domain-specific tasks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Questions?</a:t>
            </a:r>
            <a:br/>
            <a:br/>
            <a:r>
              <a:t>PES LLM Research Project</a:t>
            </a:r>
            <a:br/>
            <a:r>
              <a:t>Tinker Cookbook Experiments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